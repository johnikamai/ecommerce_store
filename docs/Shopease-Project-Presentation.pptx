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46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6C9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371600"/>
            <a:ext cx="4937760" cy="4937760"/>
          </a:xfrm>
          <a:prstGeom prst="ellipse">
            <a:avLst/>
          </a:prstGeom>
          <a:solidFill>
            <a:srgbClr val="7C6AE8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023360"/>
            <a:ext cx="3291840" cy="3291840"/>
          </a:xfrm>
          <a:prstGeom prst="ellipse">
            <a:avLst/>
          </a:prstGeom>
          <a:solidFill>
            <a:srgbClr val="FFC98B">
              <a:alpha val="2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50" kern="0" dirty="0">
                <a:solidFill>
                  <a:srgbClr val="FFC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8595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storefront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searches like a person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404164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search, a grounded shopping assistant, live product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and server-authoritative pricing — built on Spring Boot and React.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41248" y="4956048"/>
            <a:ext cx="1965960" cy="420624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95604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tests passing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49560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607 products  ·  606 photographs  ·  3 languages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storefront search is a text box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100584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2704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shopper knows the product, not the word for 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874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"something for a beach wedding" returns nothing on a normal search box, even when the catalogue holds a perfect match.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624328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624328"/>
            <a:ext cx="64008" cy="100584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734056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look confident even when they are wrong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30815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zero-result page is indistinguishable from a broken site, so shoppers leave instead of retrying.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831336"/>
            <a:ext cx="64008" cy="100584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94106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fight each other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428853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Coupons, bundle tiers and loyalty are easy to wire up so they quietly cancel one another out.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038344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5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5038344"/>
            <a:ext cx="64008" cy="100584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14807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that change between screens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54955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 that quotes one figure and a confirmation that charges another reads as a scam, whatever the arithmetic says.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that reads intent, not keywords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6A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/api/products/search?q=...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"wireless headphnes"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89320" y="16642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tolerated, ranking preserved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231136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3113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"earbuds under 3000"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9320" y="223113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pulled out of the phrasing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798064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980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"gift for a beach wedding"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89320" y="279806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dropped, intent matched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3364992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649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"tshirts"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89320" y="33649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and colloquial forms resolved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40416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ranking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352544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 distance scaled by token length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matching, restricted so it can widen a match but never invent one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synonym map, stop-word removal and budget extraction</a:t>
            </a:r>
            <a:endParaRPr lang="en-US" sz="12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is reported to the UI, so results can explain themselves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worth telling people about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3232" y="1225296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"shoes" returned six Cotton Bedsheet Sets.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70078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00784"/>
            <a:ext cx="2286000" cy="4572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0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81528" y="170078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20440" y="170078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20440" y="1700784"/>
            <a:ext cx="2286000" cy="4572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00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Soundex S200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24728" y="170078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63640" y="170078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5F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700784"/>
            <a:ext cx="2286000" cy="45720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700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67928" y="170078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06840" y="1700784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9006840" y="1700784"/>
            <a:ext cx="2286000" cy="457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9006840" y="1700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bedsheets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2615184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"shoes" and "size" share a phonetic code, so the engine "corrected" a footwear search into a search for size — and six bedding products happened to mention size in their descriptions.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 was a contradiction in our own code: a comment promised phonetic matching would only ever widen a match, while the implementation accepted it on its own.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requiring a phonetic match to also clear one extra edit of drift. Real typos still match; collisions no longer do.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572000"/>
            <a:ext cx="10515600" cy="1170432"/>
          </a:xfrm>
          <a:prstGeom prst="roundRect">
            <a:avLst>
              <a:gd name="adj" fmla="val 4688"/>
            </a:avLst>
          </a:prstGeom>
          <a:solidFill>
            <a:srgbClr val="F5F3F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572000"/>
            <a:ext cx="101498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4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tests now pin the behaviour: one asserts shoes is never corrected to size, the other asserts the fix did not blunt real typo tolerance.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shopping assistant that cannot invent products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544068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9105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8952" y="1975104"/>
            <a:ext cx="49377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budget and category are parsed by rule, so the common path needs no network call and behaves identically every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371600"/>
            <a:ext cx="544068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59105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rewrite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73952" y="1975104"/>
            <a:ext cx="49377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key is configured the phrasing is rewritten for retrieval only. The rules never trust it to decide what exists.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5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584448"/>
            <a:ext cx="544068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380390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8952" y="4187952"/>
            <a:ext cx="49377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mentioned must come from the candidate set the database returned. Nothing is offered that is not in stock in the catalogue.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584448"/>
            <a:ext cx="5440680" cy="2011680"/>
          </a:xfrm>
          <a:prstGeom prst="roundRect">
            <a:avLst>
              <a:gd name="adj" fmla="val 3182"/>
            </a:avLst>
          </a:prstGeom>
          <a:solidFill>
            <a:srgbClr val="F5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3584448"/>
            <a:ext cx="544068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3803904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73952" y="4187952"/>
            <a:ext cx="493776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requests a minute per client on a public endpoint, so it cannot be driven into an outage.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9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/api/assistant/chat  ·  public, rate limited  ·  optional OPENAI_API_KEY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 that hold under a promotion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13232" y="120700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discount is applied on the server, in a fixed order, and the cart reads the same constants the invoice does.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728216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282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70078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70078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line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386584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86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71600" y="23591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35915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Clamped so it can never exceed the subtotal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044952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44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0175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/ 10% / 15% by distinct product count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703320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71600" y="367588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67588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silver, 5% gold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361688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616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71600" y="43342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433425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free above the threshold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020056"/>
            <a:ext cx="420624" cy="420624"/>
          </a:xfrm>
          <a:prstGeom prst="ellipse">
            <a:avLst/>
          </a:prstGeom>
          <a:solidFill>
            <a:srgbClr val="7C6AE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020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71600" y="49926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99262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discounted goods, never on delivery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5632704"/>
            <a:ext cx="10515600" cy="658368"/>
          </a:xfrm>
          <a:prstGeom prst="roundRect">
            <a:avLst>
              <a:gd name="adj" fmla="val 6944"/>
            </a:avLst>
          </a:prstGeom>
          <a:solidFill>
            <a:srgbClr val="FFF6E8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63270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earned on goods only. </a:t>
            </a:r>
            <a:pPr indent="0" marL="0">
              <a:buNone/>
            </a:pPr>
            <a:r>
              <a:rPr lang="en-US" sz="1200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 tax and delivery a customer paid would inflate every balance and hand out tiers nobody earned.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BUILT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storefront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3167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62763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 to three, compare side by side, see which is cheapest, add to cart. Persisted locally.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89888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9" name="Text 7"/>
          <p:cNvSpPr/>
          <p:nvPr/>
        </p:nvSpPr>
        <p:spPr>
          <a:xfrm>
            <a:off x="6510528" y="131673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162763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more different products unlocks a larger automatic discount, shown as progress in the cart.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25237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menu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" y="2834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real product photography, loaded once on first open.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596896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52374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2834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scan history with a state machine that only permits legal transitions.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03904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7307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" y="4041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staff and admin, enforced on the server and reflected in the interface.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803904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7307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4041648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Spanish, with a check that every key resolves in all three.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010912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" y="524865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dark, applied before first paint so there is no flash.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5010912"/>
            <a:ext cx="128016" cy="128016"/>
          </a:xfrm>
          <a:prstGeom prst="rect">
            <a:avLst/>
          </a:prstGeom>
          <a:solidFill>
            <a:srgbClr val="FFC98B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media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10528" y="5248656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optimised product photographs served from the app, fully attributed.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BONNET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16736"/>
            <a:ext cx="3566160" cy="4114800"/>
          </a:xfrm>
          <a:prstGeom prst="roundRect">
            <a:avLst>
              <a:gd name="adj" fmla="val 1795"/>
            </a:avLst>
          </a:prstGeom>
          <a:solidFill>
            <a:srgbClr val="F5F3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16736"/>
            <a:ext cx="356616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5361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on Aiven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· Mockito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316736"/>
            <a:ext cx="3566160" cy="4114800"/>
          </a:xfrm>
          <a:prstGeom prst="roundRect">
            <a:avLst>
              <a:gd name="adj" fmla="val 1795"/>
            </a:avLst>
          </a:prstGeom>
          <a:solidFill>
            <a:srgbClr val="F5F3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1316736"/>
            <a:ext cx="356616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1" name="Text 9"/>
          <p:cNvSpPr/>
          <p:nvPr/>
        </p:nvSpPr>
        <p:spPr>
          <a:xfrm>
            <a:off x="4562856" y="15361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1901952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i18n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47304" y="1316736"/>
            <a:ext cx="3566160" cy="4114800"/>
          </a:xfrm>
          <a:prstGeom prst="roundRect">
            <a:avLst>
              <a:gd name="adj" fmla="val 1795"/>
            </a:avLst>
          </a:prstGeom>
          <a:solidFill>
            <a:srgbClr val="F5F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147304" y="1316736"/>
            <a:ext cx="3566160" cy="54864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15361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21624" y="1901952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(backend)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 (database)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baseline guard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5705856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4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automated tests run on every change.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641908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Full-stack ecommerce platform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19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7C6AE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97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C6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SLIDE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finished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371600"/>
            <a:ext cx="64008" cy="100584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481328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are simulated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810512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payment gateway is connected. Card details are never handled, and none of the payment screens should be mistaken for a checkout that takes money.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542032"/>
            <a:ext cx="64008" cy="100584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51760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test 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980944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verified through build output and live HTTP probes. Nothing has been exercised in a real browser yet.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712464"/>
            <a:ext cx="64008" cy="100584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82219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in production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4151376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cancelled orders and one test account remain in the live database and need clearing.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882896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4882896"/>
            <a:ext cx="64008" cy="100584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992624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catalogue is synthetic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5321808"/>
            <a:ext cx="10698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generic variants, which caps how well search can perform. Searching for headphones returns nothing because no product by that name exists.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0899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hidden by the demo. They are the next things to build.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A46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6C9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108960"/>
            <a:ext cx="4572000" cy="4572000"/>
          </a:xfrm>
          <a:prstGeom prst="ellipse">
            <a:avLst/>
          </a:prstGeom>
          <a:solidFill>
            <a:srgbClr val="7C6AE8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279806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criticism and pull requests all welcome.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41248" y="3529584"/>
            <a:ext cx="5577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352958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4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shopease.vercel.app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4261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on Render  ·  74 tests  ·  607 products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2026-10-04T13:23:52Z</dcterms:created>
  <dcterms:modified xsi:type="dcterms:W3CDTF">2026-10-04T13:23:52Z</dcterms:modified>
</cp:coreProperties>
</file>